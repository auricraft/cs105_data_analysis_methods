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8" d="100"/>
          <a:sy n="188" d="100"/>
        </p:scale>
        <p:origin x="1014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7370e50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7370e50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7370e50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7370e50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7370e509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7370e509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slack.com/t/cs105dataanal-ryl3619/shared_invite/zt-3e3y29v6t-g_SqOIO2ae8Ftom~UMhXF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Lab 1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CS105 – Nghia Nguyen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information - Office hours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Contact Slack </a:t>
            </a:r>
            <a:r>
              <a:rPr lang="en-US" dirty="0"/>
              <a:t>if you have any question.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Slack: you can find me (Nghia Nguyen) in CS105 workspace</a:t>
            </a:r>
          </a:p>
          <a:p>
            <a:pPr lvl="0"/>
            <a:r>
              <a:rPr lang="en-US" dirty="0">
                <a:hlinkClick r:id="rId3"/>
              </a:rPr>
              <a:t>https://join.slack.com/t/cs105dataanal-ryl3619/shared_invite/zt-3e3y29v6t-g_SqOIO2ae8Ftom~UMhXFg</a:t>
            </a:r>
            <a:r>
              <a:rPr lang="en-US" dirty="0"/>
              <a:t>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 person Office hours: Monday 4-5 P.m and </a:t>
            </a:r>
            <a:r>
              <a:rPr lang="en"/>
              <a:t>Friday 4-5 </a:t>
            </a:r>
            <a:r>
              <a:rPr lang="en" dirty="0"/>
              <a:t>P.m in WCH 461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Lab Procedure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220260" y="786715"/>
            <a:ext cx="8520600" cy="40189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 dirty="0">
                <a:solidFill>
                  <a:srgbClr val="666666"/>
                </a:solidFill>
              </a:rPr>
              <a:t>Attendance is highly encouraged</a:t>
            </a:r>
            <a:endParaRPr sz="1600" dirty="0">
              <a:solidFill>
                <a:srgbClr val="66666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 dirty="0">
                <a:solidFill>
                  <a:srgbClr val="666666"/>
                </a:solidFill>
              </a:rPr>
              <a:t>Student are highly encouraged to </a:t>
            </a:r>
            <a:r>
              <a:rPr lang="en" sz="1600" b="1" dirty="0">
                <a:solidFill>
                  <a:srgbClr val="666666"/>
                </a:solidFill>
              </a:rPr>
              <a:t>team up </a:t>
            </a:r>
            <a:r>
              <a:rPr lang="en" sz="1600" dirty="0">
                <a:solidFill>
                  <a:srgbClr val="666666"/>
                </a:solidFill>
              </a:rPr>
              <a:t>to finish the lab work (no more than 2 students in the group) or </a:t>
            </a:r>
            <a:r>
              <a:rPr lang="en" sz="1600" b="1" dirty="0">
                <a:solidFill>
                  <a:srgbClr val="666666"/>
                </a:solidFill>
              </a:rPr>
              <a:t>individually</a:t>
            </a:r>
            <a:r>
              <a:rPr lang="en" sz="1600" dirty="0">
                <a:solidFill>
                  <a:srgbClr val="666666"/>
                </a:solidFill>
              </a:rPr>
              <a:t>.</a:t>
            </a:r>
            <a:endParaRPr sz="1600" dirty="0">
              <a:solidFill>
                <a:srgbClr val="66666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 dirty="0">
                <a:solidFill>
                  <a:srgbClr val="666666"/>
                </a:solidFill>
              </a:rPr>
              <a:t>Each group submits one assignment on Gradescope(pdf) but both must submit to Canvas(ipynb). Both students will receive the same credit (unless requested otherwise).</a:t>
            </a:r>
            <a:endParaRPr sz="1600" dirty="0">
              <a:solidFill>
                <a:srgbClr val="66666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 dirty="0">
                <a:solidFill>
                  <a:srgbClr val="666666"/>
                </a:solidFill>
              </a:rPr>
              <a:t>For gaining scores of your lab work:</a:t>
            </a:r>
          </a:p>
          <a:p>
            <a:pPr lvl="1" indent="-330200">
              <a:buClr>
                <a:srgbClr val="666666"/>
              </a:buClr>
              <a:buSzPts val="1600"/>
              <a:buChar char="●"/>
            </a:pPr>
            <a:r>
              <a:rPr lang="en-US" sz="1600" dirty="0">
                <a:solidFill>
                  <a:srgbClr val="666666"/>
                </a:solidFill>
              </a:rPr>
              <a:t>Directly </a:t>
            </a:r>
            <a:r>
              <a:rPr lang="en-US" sz="1600" b="1" dirty="0">
                <a:solidFill>
                  <a:srgbClr val="666666"/>
                </a:solidFill>
              </a:rPr>
              <a:t>demo</a:t>
            </a:r>
            <a:r>
              <a:rPr lang="en-US" sz="1600" dirty="0">
                <a:solidFill>
                  <a:srgbClr val="666666"/>
                </a:solidFill>
              </a:rPr>
              <a:t> the work to us.</a:t>
            </a:r>
          </a:p>
          <a:p>
            <a:pPr lvl="1" indent="-330200">
              <a:buClr>
                <a:srgbClr val="666666"/>
              </a:buClr>
              <a:buSzPts val="1600"/>
              <a:buChar char="●"/>
            </a:pPr>
            <a:r>
              <a:rPr lang="en-US" sz="1600" b="1" dirty="0">
                <a:solidFill>
                  <a:srgbClr val="666666"/>
                </a:solidFill>
              </a:rPr>
              <a:t>Submitting</a:t>
            </a:r>
            <a:r>
              <a:rPr lang="en-US" sz="1600" dirty="0">
                <a:solidFill>
                  <a:srgbClr val="666666"/>
                </a:solidFill>
              </a:rPr>
              <a:t> files for grading.</a:t>
            </a:r>
            <a:endParaRPr sz="1200" dirty="0">
              <a:solidFill>
                <a:srgbClr val="666666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en" sz="1600" b="1" dirty="0">
                <a:solidFill>
                  <a:srgbClr val="FF0000"/>
                </a:solidFill>
              </a:rPr>
              <a:t>NOTE: </a:t>
            </a:r>
            <a:r>
              <a:rPr lang="en" sz="1600" dirty="0">
                <a:solidFill>
                  <a:srgbClr val="FF0000"/>
                </a:solidFill>
              </a:rPr>
              <a:t>you still need to submit you file online before the due day.</a:t>
            </a:r>
            <a:endParaRPr sz="1600" dirty="0">
              <a:solidFill>
                <a:srgbClr val="FF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 b="1" dirty="0">
                <a:solidFill>
                  <a:srgbClr val="666666"/>
                </a:solidFill>
              </a:rPr>
              <a:t>Each lab must be demoed. </a:t>
            </a:r>
            <a:r>
              <a:rPr lang="en" sz="1600" dirty="0">
                <a:solidFill>
                  <a:srgbClr val="666666"/>
                </a:solidFill>
              </a:rPr>
              <a:t>If a student (or a group) fails to submit or demo the assignment, </a:t>
            </a:r>
            <a:r>
              <a:rPr lang="en" sz="1600" b="1" dirty="0">
                <a:solidFill>
                  <a:srgbClr val="980000"/>
                </a:solidFill>
              </a:rPr>
              <a:t>they receive a "0"</a:t>
            </a:r>
            <a:r>
              <a:rPr lang="en" sz="1600" b="1" dirty="0">
                <a:solidFill>
                  <a:srgbClr val="666666"/>
                </a:solidFill>
              </a:rPr>
              <a:t>.</a:t>
            </a:r>
          </a:p>
          <a:p>
            <a:pPr lvl="0" indent="-330200">
              <a:buClr>
                <a:srgbClr val="666666"/>
              </a:buClr>
              <a:buSzPts val="1600"/>
            </a:pPr>
            <a:r>
              <a:rPr lang="en-US" sz="1600" dirty="0">
                <a:solidFill>
                  <a:srgbClr val="666666"/>
                </a:solidFill>
              </a:rPr>
              <a:t>Regular deadline for submission is Monday, for demo is Tuesday. The late deadline for everything is Friday.</a:t>
            </a:r>
            <a:endParaRPr sz="1600" dirty="0">
              <a:solidFill>
                <a:srgbClr val="66666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Char char="●"/>
            </a:pPr>
            <a:r>
              <a:rPr lang="en" sz="1600" b="1" dirty="0">
                <a:solidFill>
                  <a:srgbClr val="666666"/>
                </a:solidFill>
              </a:rPr>
              <a:t>Late submission → 20% off.</a:t>
            </a:r>
            <a:endParaRPr sz="160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sz="2000" dirty="0">
                <a:solidFill>
                  <a:srgbClr val="474747"/>
                </a:solidFill>
              </a:rPr>
              <a:t>● Each group need to demo during the lab time , demo time or OHs of grader or TA (if needed)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sz="2000" dirty="0">
                <a:solidFill>
                  <a:srgbClr val="474747"/>
                </a:solidFill>
              </a:rPr>
              <a:t>● </a:t>
            </a:r>
            <a:r>
              <a:rPr lang="en-US" sz="2000" dirty="0">
                <a:solidFill>
                  <a:srgbClr val="474747"/>
                </a:solidFill>
              </a:rPr>
              <a:t>Schedule later time with other graders using Calendly (will be announce later on slack)</a:t>
            </a:r>
            <a:endParaRPr sz="2000" dirty="0">
              <a:solidFill>
                <a:srgbClr val="47474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rgbClr val="474747"/>
                </a:solidFill>
              </a:rPr>
              <a:t>● </a:t>
            </a:r>
            <a:r>
              <a:rPr lang="en-US" sz="2000" dirty="0">
                <a:solidFill>
                  <a:srgbClr val="474747"/>
                </a:solidFill>
              </a:rPr>
              <a:t>During demo, </a:t>
            </a:r>
            <a:r>
              <a:rPr lang="en-US" sz="2000" b="1" dirty="0">
                <a:solidFill>
                  <a:srgbClr val="474747"/>
                </a:solidFill>
              </a:rPr>
              <a:t>both group members </a:t>
            </a:r>
            <a:r>
              <a:rPr lang="en-US" sz="2000" dirty="0">
                <a:solidFill>
                  <a:srgbClr val="474747"/>
                </a:solidFill>
              </a:rPr>
              <a:t>need to show up and contribute to answer questions and explanations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000" dirty="0">
                <a:solidFill>
                  <a:srgbClr val="474747"/>
                </a:solidFill>
              </a:rPr>
              <a:t>● </a:t>
            </a:r>
            <a:r>
              <a:rPr lang="en-US" sz="2000" dirty="0"/>
              <a:t>Lab 1 does not have demo</a:t>
            </a:r>
            <a:endParaRPr lang="en" sz="2000" dirty="0">
              <a:solidFill>
                <a:srgbClr val="47474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290</Words>
  <Application>Microsoft Office PowerPoint</Application>
  <PresentationFormat>On-screen Show (16:9)</PresentationFormat>
  <Paragraphs>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Lab 1</vt:lpstr>
      <vt:lpstr>Contact information - Office hours</vt:lpstr>
      <vt:lpstr>Lab Procedure</vt:lpstr>
      <vt:lpstr>Demos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Nghia Nguyen</cp:lastModifiedBy>
  <cp:revision>9</cp:revision>
  <dcterms:modified xsi:type="dcterms:W3CDTF">2025-10-01T05:10:48Z</dcterms:modified>
</cp:coreProperties>
</file>